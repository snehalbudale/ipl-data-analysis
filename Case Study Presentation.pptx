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0" r:id="rId4"/>
    <p:sldId id="276" r:id="rId5"/>
    <p:sldId id="281" r:id="rId6"/>
    <p:sldId id="282" r:id="rId7"/>
  </p:sldIdLst>
  <p:sldSz cx="18288000" cy="10287000"/>
  <p:notesSz cx="7315200" cy="9601200"/>
  <p:embeddedFontLst>
    <p:embeddedFont>
      <p:font typeface="Roboto" panose="020000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4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2660B-2063-4407-954A-9108CF3C5888}" v="34" dt="2026-04-04T10:54:26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l Budale" userId="448576d1adff9912" providerId="LiveId" clId="{E2F85240-61F1-4390-9149-75DBB106E945}"/>
    <pc:docChg chg="undo custSel addSld delSld modSld">
      <pc:chgData name="Snehal Budale" userId="448576d1adff9912" providerId="LiveId" clId="{E2F85240-61F1-4390-9149-75DBB106E945}" dt="2026-04-04T10:52:13.690" v="289" actId="1076"/>
      <pc:docMkLst>
        <pc:docMk/>
      </pc:docMkLst>
      <pc:sldChg chg="addSp delSp modSp mod">
        <pc:chgData name="Snehal Budale" userId="448576d1adff9912" providerId="LiveId" clId="{E2F85240-61F1-4390-9149-75DBB106E945}" dt="2026-04-04T10:37:28.154" v="58" actId="14100"/>
        <pc:sldMkLst>
          <pc:docMk/>
          <pc:sldMk cId="0" sldId="256"/>
        </pc:sldMkLst>
        <pc:spChg chg="mod">
          <ac:chgData name="Snehal Budale" userId="448576d1adff9912" providerId="LiveId" clId="{E2F85240-61F1-4390-9149-75DBB106E945}" dt="2026-04-04T10:36:53.774" v="5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nehal Budale" userId="448576d1adff9912" providerId="LiveId" clId="{E2F85240-61F1-4390-9149-75DBB106E945}" dt="2026-04-04T10:37:05.852" v="54" actId="14100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Snehal Budale" userId="448576d1adff9912" providerId="LiveId" clId="{E2F85240-61F1-4390-9149-75DBB106E945}" dt="2026-04-04T10:37:18.930" v="5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nehal Budale" userId="448576d1adff9912" providerId="LiveId" clId="{E2F85240-61F1-4390-9149-75DBB106E945}" dt="2026-04-04T10:36:58.203" v="53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nehal Budale" userId="448576d1adff9912" providerId="LiveId" clId="{E2F85240-61F1-4390-9149-75DBB106E945}" dt="2026-04-04T10:37:28.154" v="58" actId="14100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Snehal Budale" userId="448576d1adff9912" providerId="LiveId" clId="{E2F85240-61F1-4390-9149-75DBB106E945}" dt="2026-04-04T10:39:00.321" v="71"/>
        <pc:sldMkLst>
          <pc:docMk/>
          <pc:sldMk cId="0" sldId="257"/>
        </pc:sldMkLst>
        <pc:spChg chg="mod">
          <ac:chgData name="Snehal Budale" userId="448576d1adff9912" providerId="LiveId" clId="{E2F85240-61F1-4390-9149-75DBB106E945}" dt="2026-04-04T10:38:56.194" v="70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nehal Budale" userId="448576d1adff9912" providerId="LiveId" clId="{E2F85240-61F1-4390-9149-75DBB106E945}" dt="2026-04-04T10:39:00.321" v="71"/>
          <ac:spMkLst>
            <pc:docMk/>
            <pc:sldMk cId="0" sldId="257"/>
            <ac:spMk id="18" creationId="{8259D282-8DC0-F6C6-A078-A92750DE0B83}"/>
          </ac:spMkLst>
        </pc:spChg>
      </pc:sldChg>
      <pc:sldChg chg="modSp del">
        <pc:chgData name="Snehal Budale" userId="448576d1adff9912" providerId="LiveId" clId="{E2F85240-61F1-4390-9149-75DBB106E945}" dt="2026-04-04T10:39:23.986" v="72" actId="2696"/>
        <pc:sldMkLst>
          <pc:docMk/>
          <pc:sldMk cId="488675061" sldId="272"/>
        </pc:sldMkLst>
        <pc:spChg chg="mod">
          <ac:chgData name="Snehal Budale" userId="448576d1adff9912" providerId="LiveId" clId="{E2F85240-61F1-4390-9149-75DBB106E945}" dt="2026-04-04T10:38:07.474" v="60"/>
          <ac:spMkLst>
            <pc:docMk/>
            <pc:sldMk cId="488675061" sldId="272"/>
            <ac:spMk id="13" creationId="{A30767B5-621C-5B2A-44B9-49E6C56142B7}"/>
          </ac:spMkLst>
        </pc:spChg>
        <pc:spChg chg="mod">
          <ac:chgData name="Snehal Budale" userId="448576d1adff9912" providerId="LiveId" clId="{E2F85240-61F1-4390-9149-75DBB106E945}" dt="2026-04-04T10:38:11.122" v="61"/>
          <ac:spMkLst>
            <pc:docMk/>
            <pc:sldMk cId="488675061" sldId="272"/>
            <ac:spMk id="15" creationId="{4311FEA7-715F-3A1C-6744-439AE2088F1F}"/>
          </ac:spMkLst>
        </pc:spChg>
      </pc:sldChg>
      <pc:sldChg chg="delSp modSp del mod">
        <pc:chgData name="Snehal Budale" userId="448576d1adff9912" providerId="LiveId" clId="{E2F85240-61F1-4390-9149-75DBB106E945}" dt="2026-04-04T10:46:59.874" v="169" actId="47"/>
        <pc:sldMkLst>
          <pc:docMk/>
          <pc:sldMk cId="3885325555" sldId="273"/>
        </pc:sldMkLst>
        <pc:spChg chg="del mod">
          <ac:chgData name="Snehal Budale" userId="448576d1adff9912" providerId="LiveId" clId="{E2F85240-61F1-4390-9149-75DBB106E945}" dt="2026-04-04T10:42:52.795" v="108"/>
          <ac:spMkLst>
            <pc:docMk/>
            <pc:sldMk cId="3885325555" sldId="273"/>
            <ac:spMk id="13" creationId="{A957D08C-00DE-1AD3-2994-8C5050299C3C}"/>
          </ac:spMkLst>
        </pc:spChg>
      </pc:sldChg>
      <pc:sldChg chg="del">
        <pc:chgData name="Snehal Budale" userId="448576d1adff9912" providerId="LiveId" clId="{E2F85240-61F1-4390-9149-75DBB106E945}" dt="2026-04-04T10:47:00.555" v="170" actId="47"/>
        <pc:sldMkLst>
          <pc:docMk/>
          <pc:sldMk cId="2873861832" sldId="274"/>
        </pc:sldMkLst>
      </pc:sldChg>
      <pc:sldChg chg="del">
        <pc:chgData name="Snehal Budale" userId="448576d1adff9912" providerId="LiveId" clId="{E2F85240-61F1-4390-9149-75DBB106E945}" dt="2026-04-04T10:47:01.035" v="171" actId="47"/>
        <pc:sldMkLst>
          <pc:docMk/>
          <pc:sldMk cId="1673017012" sldId="275"/>
        </pc:sldMkLst>
      </pc:sldChg>
      <pc:sldChg chg="delSp modSp mod">
        <pc:chgData name="Snehal Budale" userId="448576d1adff9912" providerId="LiveId" clId="{E2F85240-61F1-4390-9149-75DBB106E945}" dt="2026-04-04T10:45:53.160" v="167" actId="1076"/>
        <pc:sldMkLst>
          <pc:docMk/>
          <pc:sldMk cId="1635595394" sldId="276"/>
        </pc:sldMkLst>
        <pc:spChg chg="del">
          <ac:chgData name="Snehal Budale" userId="448576d1adff9912" providerId="LiveId" clId="{E2F85240-61F1-4390-9149-75DBB106E945}" dt="2026-04-04T10:44:01.773" v="138" actId="478"/>
          <ac:spMkLst>
            <pc:docMk/>
            <pc:sldMk cId="1635595394" sldId="276"/>
            <ac:spMk id="3" creationId="{90E1BB58-2AF1-1A4C-1DD6-4F64538D8FD5}"/>
          </ac:spMkLst>
        </pc:spChg>
        <pc:spChg chg="del">
          <ac:chgData name="Snehal Budale" userId="448576d1adff9912" providerId="LiveId" clId="{E2F85240-61F1-4390-9149-75DBB106E945}" dt="2026-04-04T10:43:55.882" v="136" actId="478"/>
          <ac:spMkLst>
            <pc:docMk/>
            <pc:sldMk cId="1635595394" sldId="276"/>
            <ac:spMk id="4" creationId="{8C4B18F9-A2F3-7C20-715F-401BCAC9476F}"/>
          </ac:spMkLst>
        </pc:spChg>
        <pc:spChg chg="del">
          <ac:chgData name="Snehal Budale" userId="448576d1adff9912" providerId="LiveId" clId="{E2F85240-61F1-4390-9149-75DBB106E945}" dt="2026-04-04T10:43:55.121" v="135" actId="478"/>
          <ac:spMkLst>
            <pc:docMk/>
            <pc:sldMk cId="1635595394" sldId="276"/>
            <ac:spMk id="5" creationId="{AD4902CF-A4FB-31CC-873D-E8951AB3E157}"/>
          </ac:spMkLst>
        </pc:spChg>
        <pc:spChg chg="del">
          <ac:chgData name="Snehal Budale" userId="448576d1adff9912" providerId="LiveId" clId="{E2F85240-61F1-4390-9149-75DBB106E945}" dt="2026-04-04T10:45:21.447" v="160" actId="478"/>
          <ac:spMkLst>
            <pc:docMk/>
            <pc:sldMk cId="1635595394" sldId="276"/>
            <ac:spMk id="9" creationId="{F522BA72-F214-7AC2-D786-05357722B531}"/>
          </ac:spMkLst>
        </pc:spChg>
        <pc:spChg chg="mod">
          <ac:chgData name="Snehal Budale" userId="448576d1adff9912" providerId="LiveId" clId="{E2F85240-61F1-4390-9149-75DBB106E945}" dt="2026-04-04T10:45:47.193" v="165" actId="1076"/>
          <ac:spMkLst>
            <pc:docMk/>
            <pc:sldMk cId="1635595394" sldId="276"/>
            <ac:spMk id="13" creationId="{66D7D1CD-B3CC-8C5C-A860-95434D3FB3F2}"/>
          </ac:spMkLst>
        </pc:spChg>
        <pc:spChg chg="mod">
          <ac:chgData name="Snehal Budale" userId="448576d1adff9912" providerId="LiveId" clId="{E2F85240-61F1-4390-9149-75DBB106E945}" dt="2026-04-04T10:45:53.160" v="167" actId="1076"/>
          <ac:spMkLst>
            <pc:docMk/>
            <pc:sldMk cId="1635595394" sldId="276"/>
            <ac:spMk id="15" creationId="{6FF929AB-A991-B829-B516-EA02897BB636}"/>
          </ac:spMkLst>
        </pc:spChg>
        <pc:grpChg chg="del">
          <ac:chgData name="Snehal Budale" userId="448576d1adff9912" providerId="LiveId" clId="{E2F85240-61F1-4390-9149-75DBB106E945}" dt="2026-04-04T10:43:53.561" v="134" actId="478"/>
          <ac:grpSpMkLst>
            <pc:docMk/>
            <pc:sldMk cId="1635595394" sldId="276"/>
            <ac:grpSpMk id="6" creationId="{B049C532-7A61-D140-0B53-C2795ECBA464}"/>
          </ac:grpSpMkLst>
        </pc:grpChg>
      </pc:sldChg>
      <pc:sldChg chg="del">
        <pc:chgData name="Snehal Budale" userId="448576d1adff9912" providerId="LiveId" clId="{E2F85240-61F1-4390-9149-75DBB106E945}" dt="2026-04-04T10:47:04.153" v="172" actId="47"/>
        <pc:sldMkLst>
          <pc:docMk/>
          <pc:sldMk cId="3036317490" sldId="277"/>
        </pc:sldMkLst>
      </pc:sldChg>
      <pc:sldChg chg="del">
        <pc:chgData name="Snehal Budale" userId="448576d1adff9912" providerId="LiveId" clId="{E2F85240-61F1-4390-9149-75DBB106E945}" dt="2026-04-04T10:47:05.442" v="173" actId="47"/>
        <pc:sldMkLst>
          <pc:docMk/>
          <pc:sldMk cId="1369696408" sldId="278"/>
        </pc:sldMkLst>
      </pc:sldChg>
      <pc:sldChg chg="del">
        <pc:chgData name="Snehal Budale" userId="448576d1adff9912" providerId="LiveId" clId="{E2F85240-61F1-4390-9149-75DBB106E945}" dt="2026-04-04T10:47:08.244" v="174" actId="47"/>
        <pc:sldMkLst>
          <pc:docMk/>
          <pc:sldMk cId="1651308581" sldId="279"/>
        </pc:sldMkLst>
      </pc:sldChg>
      <pc:sldChg chg="delSp modSp add mod">
        <pc:chgData name="Snehal Budale" userId="448576d1adff9912" providerId="LiveId" clId="{E2F85240-61F1-4390-9149-75DBB106E945}" dt="2026-04-04T10:41:58.009" v="105" actId="113"/>
        <pc:sldMkLst>
          <pc:docMk/>
          <pc:sldMk cId="853893489" sldId="280"/>
        </pc:sldMkLst>
        <pc:spChg chg="del">
          <ac:chgData name="Snehal Budale" userId="448576d1adff9912" providerId="LiveId" clId="{E2F85240-61F1-4390-9149-75DBB106E945}" dt="2026-04-04T10:40:29.174" v="83" actId="478"/>
          <ac:spMkLst>
            <pc:docMk/>
            <pc:sldMk cId="853893489" sldId="280"/>
            <ac:spMk id="3" creationId="{EA1AF47B-9442-BB2F-C4D0-3D32CD6EC829}"/>
          </ac:spMkLst>
        </pc:spChg>
        <pc:spChg chg="mod">
          <ac:chgData name="Snehal Budale" userId="448576d1adff9912" providerId="LiveId" clId="{E2F85240-61F1-4390-9149-75DBB106E945}" dt="2026-04-04T10:40:10.099" v="79"/>
          <ac:spMkLst>
            <pc:docMk/>
            <pc:sldMk cId="853893489" sldId="280"/>
            <ac:spMk id="13" creationId="{730C9FB5-E133-5910-ED00-F92EB73CB73C}"/>
          </ac:spMkLst>
        </pc:spChg>
        <pc:spChg chg="mod">
          <ac:chgData name="Snehal Budale" userId="448576d1adff9912" providerId="LiveId" clId="{E2F85240-61F1-4390-9149-75DBB106E945}" dt="2026-04-04T10:41:58.009" v="105" actId="113"/>
          <ac:spMkLst>
            <pc:docMk/>
            <pc:sldMk cId="853893489" sldId="280"/>
            <ac:spMk id="15" creationId="{754AAC1E-28CD-83FE-B175-4FD8866E6088}"/>
          </ac:spMkLst>
        </pc:spChg>
        <pc:spChg chg="del">
          <ac:chgData name="Snehal Budale" userId="448576d1adff9912" providerId="LiveId" clId="{E2F85240-61F1-4390-9149-75DBB106E945}" dt="2026-04-04T10:41:01.287" v="88" actId="478"/>
          <ac:spMkLst>
            <pc:docMk/>
            <pc:sldMk cId="853893489" sldId="280"/>
            <ac:spMk id="18" creationId="{890C3DF2-8127-3AAD-D07A-16B8A0C5E4BA}"/>
          </ac:spMkLst>
        </pc:spChg>
        <pc:spChg chg="mod">
          <ac:chgData name="Snehal Budale" userId="448576d1adff9912" providerId="LiveId" clId="{E2F85240-61F1-4390-9149-75DBB106E945}" dt="2026-04-04T10:40:50.288" v="86" actId="1076"/>
          <ac:spMkLst>
            <pc:docMk/>
            <pc:sldMk cId="853893489" sldId="280"/>
            <ac:spMk id="20" creationId="{6A298E63-65E3-44C5-DC08-FCECE191D866}"/>
          </ac:spMkLst>
        </pc:spChg>
      </pc:sldChg>
      <pc:sldChg chg="modSp add mod">
        <pc:chgData name="Snehal Budale" userId="448576d1adff9912" providerId="LiveId" clId="{E2F85240-61F1-4390-9149-75DBB106E945}" dt="2026-04-04T10:48:51.967" v="233" actId="20577"/>
        <pc:sldMkLst>
          <pc:docMk/>
          <pc:sldMk cId="160922757" sldId="281"/>
        </pc:sldMkLst>
        <pc:spChg chg="mod">
          <ac:chgData name="Snehal Budale" userId="448576d1adff9912" providerId="LiveId" clId="{E2F85240-61F1-4390-9149-75DBB106E945}" dt="2026-04-04T10:48:51.967" v="233" actId="20577"/>
          <ac:spMkLst>
            <pc:docMk/>
            <pc:sldMk cId="160922757" sldId="281"/>
            <ac:spMk id="15" creationId="{71BF57CB-D09A-87B3-1459-852E0BF5D0B5}"/>
          </ac:spMkLst>
        </pc:spChg>
      </pc:sldChg>
      <pc:sldChg chg="add del">
        <pc:chgData name="Snehal Budale" userId="448576d1adff9912" providerId="LiveId" clId="{E2F85240-61F1-4390-9149-75DBB106E945}" dt="2026-04-04T10:46:59.053" v="168" actId="47"/>
        <pc:sldMkLst>
          <pc:docMk/>
          <pc:sldMk cId="3534422386" sldId="281"/>
        </pc:sldMkLst>
      </pc:sldChg>
      <pc:sldChg chg="addSp delSp modSp add mod">
        <pc:chgData name="Snehal Budale" userId="448576d1adff9912" providerId="LiveId" clId="{E2F85240-61F1-4390-9149-75DBB106E945}" dt="2026-04-04T10:52:13.690" v="289" actId="1076"/>
        <pc:sldMkLst>
          <pc:docMk/>
          <pc:sldMk cId="414549263" sldId="282"/>
        </pc:sldMkLst>
        <pc:spChg chg="mod">
          <ac:chgData name="Snehal Budale" userId="448576d1adff9912" providerId="LiveId" clId="{E2F85240-61F1-4390-9149-75DBB106E945}" dt="2026-04-04T10:51:30.013" v="270" actId="1076"/>
          <ac:spMkLst>
            <pc:docMk/>
            <pc:sldMk cId="414549263" sldId="282"/>
            <ac:spMk id="2" creationId="{6B8EE79D-B11A-6E9B-0EDA-5DC51E0313D1}"/>
          </ac:spMkLst>
        </pc:spChg>
        <pc:spChg chg="mod">
          <ac:chgData name="Snehal Budale" userId="448576d1adff9912" providerId="LiveId" clId="{E2F85240-61F1-4390-9149-75DBB106E945}" dt="2026-04-04T10:50:57.349" v="263" actId="14100"/>
          <ac:spMkLst>
            <pc:docMk/>
            <pc:sldMk cId="414549263" sldId="282"/>
            <ac:spMk id="4" creationId="{724F8086-AADC-9848-EA20-FDE83B41E742}"/>
          </ac:spMkLst>
        </pc:spChg>
        <pc:spChg chg="mod">
          <ac:chgData name="Snehal Budale" userId="448576d1adff9912" providerId="LiveId" clId="{E2F85240-61F1-4390-9149-75DBB106E945}" dt="2026-04-04T10:50:30.973" v="255"/>
          <ac:spMkLst>
            <pc:docMk/>
            <pc:sldMk cId="414549263" sldId="282"/>
            <ac:spMk id="5" creationId="{0C1355E4-A63F-DD06-F4B3-BBB7AEFC8E60}"/>
          </ac:spMkLst>
        </pc:spChg>
        <pc:spChg chg="add mod">
          <ac:chgData name="Snehal Budale" userId="448576d1adff9912" providerId="LiveId" clId="{E2F85240-61F1-4390-9149-75DBB106E945}" dt="2026-04-04T10:51:36.686" v="273" actId="14100"/>
          <ac:spMkLst>
            <pc:docMk/>
            <pc:sldMk cId="414549263" sldId="282"/>
            <ac:spMk id="6" creationId="{AFBB73FF-51C7-D90F-166D-49501709092A}"/>
          </ac:spMkLst>
        </pc:spChg>
        <pc:spChg chg="add mod">
          <ac:chgData name="Snehal Budale" userId="448576d1adff9912" providerId="LiveId" clId="{E2F85240-61F1-4390-9149-75DBB106E945}" dt="2026-04-04T10:52:13.690" v="289" actId="1076"/>
          <ac:spMkLst>
            <pc:docMk/>
            <pc:sldMk cId="414549263" sldId="282"/>
            <ac:spMk id="7" creationId="{2B52C1D6-749E-80BA-D6F6-A381DB814802}"/>
          </ac:spMkLst>
        </pc:spChg>
        <pc:spChg chg="mod">
          <ac:chgData name="Snehal Budale" userId="448576d1adff9912" providerId="LiveId" clId="{E2F85240-61F1-4390-9149-75DBB106E945}" dt="2026-04-04T10:50:09.445" v="253" actId="255"/>
          <ac:spMkLst>
            <pc:docMk/>
            <pc:sldMk cId="414549263" sldId="282"/>
            <ac:spMk id="15" creationId="{AD022626-F05A-8C28-07EF-C2FF557B2C3D}"/>
          </ac:spMkLst>
        </pc:spChg>
        <pc:grpChg chg="add del mod">
          <ac:chgData name="Snehal Budale" userId="448576d1adff9912" providerId="LiveId" clId="{E2F85240-61F1-4390-9149-75DBB106E945}" dt="2026-04-04T10:51:25.648" v="267" actId="478"/>
          <ac:grpSpMkLst>
            <pc:docMk/>
            <pc:sldMk cId="414549263" sldId="282"/>
            <ac:grpSpMk id="3" creationId="{D085270D-E11E-F01A-C74B-411E22D82C06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880278" y="-378097"/>
            <a:ext cx="2302648" cy="7358945"/>
            <a:chOff x="0" y="0"/>
            <a:chExt cx="606459" cy="19381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6459" cy="1938158"/>
            </a:xfrm>
            <a:custGeom>
              <a:avLst/>
              <a:gdLst/>
              <a:ahLst/>
              <a:cxnLst/>
              <a:rect l="l" t="t" r="r" b="b"/>
              <a:pathLst>
                <a:path w="606459" h="1938158">
                  <a:moveTo>
                    <a:pt x="171471" y="0"/>
                  </a:moveTo>
                  <a:lnTo>
                    <a:pt x="434987" y="0"/>
                  </a:lnTo>
                  <a:cubicBezTo>
                    <a:pt x="480464" y="0"/>
                    <a:pt x="524079" y="18066"/>
                    <a:pt x="556236" y="50223"/>
                  </a:cubicBezTo>
                  <a:cubicBezTo>
                    <a:pt x="588393" y="82380"/>
                    <a:pt x="606459" y="125994"/>
                    <a:pt x="606459" y="171471"/>
                  </a:cubicBezTo>
                  <a:lnTo>
                    <a:pt x="606459" y="1766687"/>
                  </a:lnTo>
                  <a:cubicBezTo>
                    <a:pt x="606459" y="1812164"/>
                    <a:pt x="588393" y="1855779"/>
                    <a:pt x="556236" y="1887936"/>
                  </a:cubicBezTo>
                  <a:cubicBezTo>
                    <a:pt x="524079" y="1920093"/>
                    <a:pt x="480464" y="1938158"/>
                    <a:pt x="434987" y="1938158"/>
                  </a:cubicBezTo>
                  <a:lnTo>
                    <a:pt x="171471" y="1938158"/>
                  </a:lnTo>
                  <a:cubicBezTo>
                    <a:pt x="76770" y="1938158"/>
                    <a:pt x="0" y="1861388"/>
                    <a:pt x="0" y="1766687"/>
                  </a:cubicBezTo>
                  <a:lnTo>
                    <a:pt x="0" y="171471"/>
                  </a:lnTo>
                  <a:cubicBezTo>
                    <a:pt x="0" y="125994"/>
                    <a:pt x="18066" y="82380"/>
                    <a:pt x="50223" y="50223"/>
                  </a:cubicBezTo>
                  <a:cubicBezTo>
                    <a:pt x="82380" y="18066"/>
                    <a:pt x="125994" y="0"/>
                    <a:pt x="171471" y="0"/>
                  </a:cubicBezTo>
                  <a:close/>
                </a:path>
              </a:pathLst>
            </a:custGeom>
            <a:solidFill>
              <a:srgbClr val="57487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06459" cy="1985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4547280" y="3767698"/>
            <a:ext cx="9549720" cy="17564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4379513" y="8233036"/>
            <a:ext cx="4823538" cy="482353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487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47280" y="2793072"/>
            <a:ext cx="10692719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93"/>
              </a:lnSpc>
            </a:pPr>
            <a:r>
              <a:rPr lang="en-US" sz="6600" b="1" dirty="0"/>
              <a:t>IPL Data Analysis using SQL</a:t>
            </a:r>
            <a:endParaRPr lang="en-US" sz="6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38572" y="4384761"/>
            <a:ext cx="9558428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Presented by:</a:t>
            </a:r>
            <a:r>
              <a:rPr lang="en-US" sz="3200" dirty="0"/>
              <a:t> Snehal Budale</a:t>
            </a:r>
            <a:br>
              <a:rPr lang="en-US" sz="3200" dirty="0"/>
            </a:br>
            <a:r>
              <a:rPr lang="en-US" sz="3200" b="1" dirty="0"/>
              <a:t>Tools Used:</a:t>
            </a:r>
            <a:r>
              <a:rPr lang="en-US" sz="3200" dirty="0"/>
              <a:t> SQL (Oracle SQL Developer)</a:t>
            </a:r>
          </a:p>
          <a:p>
            <a:endParaRPr lang="en-US" sz="3200" dirty="0"/>
          </a:p>
          <a:p>
            <a:r>
              <a:rPr lang="en-US" sz="3200" b="1" dirty="0"/>
              <a:t>Project Description:</a:t>
            </a:r>
            <a:br>
              <a:rPr lang="en-US" sz="3200" dirty="0"/>
            </a:br>
            <a:r>
              <a:rPr lang="en-US" sz="3200" dirty="0"/>
              <a:t>This project analyzes IPL (Indian Premier League) data using SQL to extract meaningful insights about team performance, player statistics, and match trends.</a:t>
            </a:r>
          </a:p>
          <a:p>
            <a:r>
              <a:rPr lang="en-US" sz="3200" dirty="0"/>
              <a:t>The analysis is performed using structured queries to answer real-world analytical questions.</a:t>
            </a:r>
          </a:p>
          <a:p>
            <a:endParaRPr lang="en-US" sz="32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16765156" y="6846531"/>
            <a:ext cx="4823538" cy="48235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>
                <a:alpha val="72941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107009" y="4686300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>
                <a:latin typeface="+mj-lt"/>
              </a:rPr>
              <a:t>Business Problem &amp; </a:t>
            </a:r>
            <a:r>
              <a:rPr lang="en-US" sz="6000" b="1" dirty="0"/>
              <a:t>Objective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1609" y="4033339"/>
            <a:ext cx="5753100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Business Problem</a:t>
            </a:r>
          </a:p>
          <a:p>
            <a:br>
              <a:rPr lang="en-US" sz="2400" dirty="0"/>
            </a:br>
            <a:r>
              <a:rPr lang="en-US" sz="2400" dirty="0"/>
              <a:t>Cricket datasets contain large volumes of match and player data, making it difficult to:</a:t>
            </a:r>
          </a:p>
          <a:p>
            <a:r>
              <a:rPr lang="en-US" sz="2400" dirty="0"/>
              <a:t>Analyze team performance across seasons </a:t>
            </a:r>
          </a:p>
          <a:p>
            <a:r>
              <a:rPr lang="en-US" sz="2400" dirty="0"/>
              <a:t>Evaluate player efficiency </a:t>
            </a:r>
          </a:p>
          <a:p>
            <a:r>
              <a:rPr lang="en-US" sz="2400" dirty="0"/>
              <a:t>Identify match trends and patterns 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8259D282-8DC0-F6C6-A078-A92750DE0B83}"/>
              </a:ext>
            </a:extLst>
          </p:cNvPr>
          <p:cNvSpPr txBox="1"/>
          <p:nvPr/>
        </p:nvSpPr>
        <p:spPr>
          <a:xfrm>
            <a:off x="10668000" y="4033339"/>
            <a:ext cx="5753100" cy="2092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Project Objectives</a:t>
            </a:r>
          </a:p>
          <a:p>
            <a:endParaRPr lang="en-US" sz="3200" dirty="0"/>
          </a:p>
          <a:p>
            <a:r>
              <a:rPr lang="en-US" sz="2400" dirty="0"/>
              <a:t>Analyze team and player performance </a:t>
            </a:r>
          </a:p>
          <a:p>
            <a:r>
              <a:rPr lang="en-US" sz="2400" dirty="0"/>
              <a:t>Extract insights using SQL queries </a:t>
            </a:r>
          </a:p>
          <a:p>
            <a:r>
              <a:rPr lang="en-US" sz="2400" dirty="0"/>
              <a:t>Answer business-oriented analytical questions</a:t>
            </a: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9E0E2696-B35E-8A18-9E71-5FF3C7E045F5}"/>
              </a:ext>
            </a:extLst>
          </p:cNvPr>
          <p:cNvSpPr/>
          <p:nvPr/>
        </p:nvSpPr>
        <p:spPr>
          <a:xfrm>
            <a:off x="10668000" y="4697690"/>
            <a:ext cx="5526194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2C13-1465-1A8B-CC7C-CC2FFBFA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505E7F8-69B4-A076-242E-C2EE4EF4559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30C9FB5-E133-5910-ED00-F92EB73CB73C}"/>
              </a:ext>
            </a:extLst>
          </p:cNvPr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SQL Concepts Used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54AAC1E-28CD-83FE-B175-4FD8866E6088}"/>
              </a:ext>
            </a:extLst>
          </p:cNvPr>
          <p:cNvSpPr txBox="1"/>
          <p:nvPr/>
        </p:nvSpPr>
        <p:spPr>
          <a:xfrm>
            <a:off x="6515099" y="3314700"/>
            <a:ext cx="5753100" cy="529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JOIN (multiple tables analysis)</a:t>
            </a:r>
          </a:p>
          <a:p>
            <a:r>
              <a:rPr lang="en-US" sz="3200" b="1" dirty="0"/>
              <a:t>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GROUP BY (aggregation)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Subqueries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Aggregate functions (SUM, AVG, COUNT)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Filtering &amp; conditions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6A298E63-65E3-44C5-DC08-FCECE191D866}"/>
              </a:ext>
            </a:extLst>
          </p:cNvPr>
          <p:cNvSpPr/>
          <p:nvPr/>
        </p:nvSpPr>
        <p:spPr>
          <a:xfrm flipV="1">
            <a:off x="6019799" y="2576447"/>
            <a:ext cx="6248400" cy="16105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89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292A-6563-EB17-E1ED-2F127ACA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2E73BA-4240-9CC2-5B8A-E411D7AAD11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D7D1CD-B3CC-8C5C-A860-95434D3FB3F2}"/>
              </a:ext>
            </a:extLst>
          </p:cNvPr>
          <p:cNvSpPr txBox="1"/>
          <p:nvPr/>
        </p:nvSpPr>
        <p:spPr>
          <a:xfrm>
            <a:off x="4007904" y="600634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QUESTIONS ANSWERED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FF929AB-A991-B829-B516-EA02897BB636}"/>
              </a:ext>
            </a:extLst>
          </p:cNvPr>
          <p:cNvSpPr txBox="1"/>
          <p:nvPr/>
        </p:nvSpPr>
        <p:spPr>
          <a:xfrm>
            <a:off x="2133600" y="2270022"/>
            <a:ext cx="15112585" cy="812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ARE THE TOP 5 PLAYERS WITH THE MOST PLAYER OF THE MATCH AWARDS?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MANY MATCHES WERE WON BY EACH TEAM IN EACH SEASON? 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IS THE AVERAGE STRIKE RATE OF BATSMEN IN THE IPL DATASET? 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IS THE NUMBER OF MATCHES WON BY EACH TEAM BATTING FIRST VERSUS BATTING SECOND? 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WHICH BATSMAN HAS THE HIGHEST STRIKE RATE (MINIMUM 200 RUNS SCORED)?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MANY TIMES HAS EACH BATSMAN BEEN DISMISSED BY THE BOWLER 'MALINGA’?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IS THE AVERAGE PERCENTAGE OF BOUNDARIES (FOURS AND SIXES COMBINED) HIT BY EACH BATSMAN? </a:t>
            </a:r>
            <a:endParaRPr lang="en-US" sz="20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559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CC12-E136-6677-D5B5-A19B27EA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CAD444-D3B6-77C3-9C66-EC1F38AC5A9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22F2616-F358-A956-7A59-7AA8B9694A04}"/>
              </a:ext>
            </a:extLst>
          </p:cNvPr>
          <p:cNvSpPr txBox="1"/>
          <p:nvPr/>
        </p:nvSpPr>
        <p:spPr>
          <a:xfrm>
            <a:off x="4007904" y="600634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QUESTIONS ANSWERED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1BF57CB-D09A-87B3-1459-852E0BF5D0B5}"/>
              </a:ext>
            </a:extLst>
          </p:cNvPr>
          <p:cNvSpPr txBox="1"/>
          <p:nvPr/>
        </p:nvSpPr>
        <p:spPr>
          <a:xfrm>
            <a:off x="2133600" y="2270022"/>
            <a:ext cx="15112585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/>
              <a:t>8. WHAT IS THE AVERAGE NUMBER OF BOUNDARIES HIT BY EACH TEAM IN EACH SEASON?</a:t>
            </a:r>
          </a:p>
          <a:p>
            <a:r>
              <a:rPr lang="en-US" sz="3200" dirty="0"/>
              <a:t> </a:t>
            </a:r>
          </a:p>
          <a:p>
            <a:r>
              <a:rPr lang="en-US" sz="3200" dirty="0"/>
              <a:t>9. WHAT IS THE HIGHEST PARTNERSHIP (RUNS) FOR EACH TEAM IN EACH SEASON? </a:t>
            </a:r>
          </a:p>
          <a:p>
            <a:endParaRPr lang="en-US" sz="3200" dirty="0"/>
          </a:p>
          <a:p>
            <a:r>
              <a:rPr lang="en-US" sz="3200" dirty="0"/>
              <a:t>10. HOW MANY EXTRAS (WIDES &amp; NO-BALLS) WERE BOWLED BY EACH TEAM IN EACH</a:t>
            </a:r>
          </a:p>
          <a:p>
            <a:r>
              <a:rPr lang="en-US" sz="3200" dirty="0"/>
              <a:t>MATCH? </a:t>
            </a:r>
          </a:p>
          <a:p>
            <a:endParaRPr lang="en-US" sz="3200" dirty="0"/>
          </a:p>
          <a:p>
            <a:r>
              <a:rPr lang="en-US" sz="3200" dirty="0"/>
              <a:t>11. WHICH BOWLER HAS THE BEST BOWLING FIGURES (MOST WICKETS TAKEN) IN A SINGLE MATCH? </a:t>
            </a:r>
          </a:p>
          <a:p>
            <a:endParaRPr lang="en-US" sz="3200" dirty="0"/>
          </a:p>
          <a:p>
            <a:r>
              <a:rPr lang="en-US" sz="3200" dirty="0"/>
              <a:t>12. HOW MANY MATCHES RESULTED IN A WIN FOR EACH TEAM IN EACH CITY? </a:t>
            </a:r>
          </a:p>
          <a:p>
            <a:endParaRPr lang="en-US" sz="3200" dirty="0"/>
          </a:p>
          <a:p>
            <a:r>
              <a:rPr lang="en-US" sz="3200" dirty="0"/>
              <a:t>13. HOW MANY TIMES DID EACH TEAM WIN THE TOSS IN EACH SEASON? </a:t>
            </a:r>
          </a:p>
          <a:p>
            <a:endParaRPr lang="en-US" sz="3200" dirty="0"/>
          </a:p>
          <a:p>
            <a:r>
              <a:rPr lang="en-US" sz="3200" dirty="0"/>
              <a:t>14. HOW MANY MATCHES DID EACH PLAYER WIN THE "PLAYER OF THE MATCH" AWARD?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92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1CBD-7A98-7897-EFB3-1A533EB3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8EE79D-B11A-6E9B-0EDA-5DC51E0313D1}"/>
              </a:ext>
            </a:extLst>
          </p:cNvPr>
          <p:cNvSpPr/>
          <p:nvPr/>
        </p:nvSpPr>
        <p:spPr>
          <a:xfrm>
            <a:off x="-27296" y="267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86D973C-874C-1DB6-CCB2-0159BBD2A361}"/>
              </a:ext>
            </a:extLst>
          </p:cNvPr>
          <p:cNvSpPr txBox="1"/>
          <p:nvPr/>
        </p:nvSpPr>
        <p:spPr>
          <a:xfrm>
            <a:off x="4007904" y="600634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QUESTIONS ANSWERED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D022626-F05A-8C28-07EF-C2FF557B2C3D}"/>
              </a:ext>
            </a:extLst>
          </p:cNvPr>
          <p:cNvSpPr txBox="1"/>
          <p:nvPr/>
        </p:nvSpPr>
        <p:spPr>
          <a:xfrm>
            <a:off x="2133600" y="2270022"/>
            <a:ext cx="15112585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/>
              <a:t>15. WHAT IS THE AVERAGE NUMBER OF RUNS SCORED IN EACH OVER OF THE INNINGS IN EACH MATCH? </a:t>
            </a:r>
          </a:p>
          <a:p>
            <a:endParaRPr lang="en-US" sz="3200" dirty="0"/>
          </a:p>
          <a:p>
            <a:r>
              <a:rPr lang="en-US" sz="3200" dirty="0"/>
              <a:t>16. WHICH TEAM HAS THE HIGHEST TOTAL SCORE IN A SINGLE MATCH? </a:t>
            </a:r>
          </a:p>
          <a:p>
            <a:endParaRPr lang="en-US" sz="3200" dirty="0"/>
          </a:p>
          <a:p>
            <a:r>
              <a:rPr lang="en-US" sz="3200" dirty="0"/>
              <a:t>17. WHICH BATSMAN HAS SCORED THE MOST RUNS IN A SINGLE MATCH? </a:t>
            </a:r>
          </a:p>
          <a:p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B73FF-51C7-D90F-166D-49501709092A}"/>
              </a:ext>
            </a:extLst>
          </p:cNvPr>
          <p:cNvSpPr/>
          <p:nvPr/>
        </p:nvSpPr>
        <p:spPr>
          <a:xfrm>
            <a:off x="-27296" y="8734309"/>
            <a:ext cx="18315296" cy="1535373"/>
          </a:xfrm>
          <a:prstGeom prst="rect">
            <a:avLst/>
          </a:prstGeom>
          <a:solidFill>
            <a:srgbClr val="574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2C1D6-749E-80BA-D6F6-A381DB814802}"/>
              </a:ext>
            </a:extLst>
          </p:cNvPr>
          <p:cNvSpPr txBox="1"/>
          <p:nvPr/>
        </p:nvSpPr>
        <p:spPr>
          <a:xfrm>
            <a:off x="7315200" y="8994163"/>
            <a:ext cx="396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THANK YOU</a:t>
            </a:r>
            <a:endParaRPr lang="en-IN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9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423</Words>
  <Application>Microsoft Office PowerPoint</Application>
  <PresentationFormat>Custom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White Business Professional Presentation</dc:title>
  <dc:creator>Snehal Budale</dc:creator>
  <cp:lastModifiedBy>Snehal Budale</cp:lastModifiedBy>
  <cp:revision>2</cp:revision>
  <cp:lastPrinted>2026-04-04T10:54:28Z</cp:lastPrinted>
  <dcterms:created xsi:type="dcterms:W3CDTF">2006-08-16T00:00:00Z</dcterms:created>
  <dcterms:modified xsi:type="dcterms:W3CDTF">2026-04-04T10:54:36Z</dcterms:modified>
  <dc:identifier>DAHCTlvgvgo</dc:identifier>
</cp:coreProperties>
</file>